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Metaverse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AF5640 Metaverse Economics and Ecosystems | PolyU MSc Digital Economics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Infrastructure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5G/6G &amp; Edge Computing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Blockchain &amp; Decentralized Infra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+ GPU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VR/AR/MR Hardware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7160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463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Platform &amp; Spatial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Unity / Unreal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Metaverse Platforms (Roblox, Decentraland)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Computing Standards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Interoperability Protocols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63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Creator Economy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NFTs &amp; Digital Assets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User-Generated Content 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Creator Monetization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Tokenomics &amp; Royalties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Experience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Gaming &amp; Entertainment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&amp; Virtual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Work &amp; Education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Commerce &amp; Shopping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Economy &amp; Business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Play-to-Earn / Play-to-Own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Real Estate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Fashion &amp; Virtual Goods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Metaverse (Training)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6324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Governance &amp; Regulation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DAOs &amp; Decentralized Governance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Tokenomics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Frameworks (SFC VASP)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Issues (Privacy, Addiction)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754880"/>
            <a:ext cx="54864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8280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🇭🇰 Hong Kong &amp; Web3 Opportunity:  SFC VASP Regime  |  e-HKD CBDC Pilot  |  Talent &amp; Capital Hub  |  Bridge between Mainland China &amp; Global Metaverse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Metaverse Ecosystem Mindmap - PolyU AF5640</dc:title>
  <dc:subject>PptxGenJS Presentation</dc:subject>
  <dc:creator>Yip</dc:creator>
  <cp:lastModifiedBy>Yip</cp:lastModifiedBy>
  <cp:revision>1</cp:revision>
  <dcterms:created xsi:type="dcterms:W3CDTF">2026-06-06T15:02:12Z</dcterms:created>
  <dcterms:modified xsi:type="dcterms:W3CDTF">2026-06-06T15:02:12Z</dcterms:modified>
</cp:coreProperties>
</file>