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Use-Case Mindmap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Web3 &amp; Digital Economy Applications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143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HK Web3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Digital Economy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Risk Management &amp; Compliance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AML / Fraud Detection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Automated KYC &amp; Identity Verification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Market Manipulation Detection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Regulatory Reporting Automation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19456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User Experience &amp; Personalization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560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AI Chatbot &amp; Multi-language Support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Robo-advisor for Retail Investors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Real-time Market Sentiment Analysis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Personalized Onboarding Experience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Operational Efficiency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23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Automated Compliance Reporting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Smart Order Routing &amp; Trade Matching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Predictive System Maintenance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Cost Reduction in Back-office Operations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6576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Challenges &amp; Ethical Considerations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4023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Algorithmic Bias &amp; Fairness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Data Privacy (PDPO Compliance)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Regulatory Uncertainty (SFC on AI)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Talent Shortage &amp; Explainability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 | COMP5511 Artificial Intelligence Concepts | PolyU MSc Digital Economics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Use-Case Mindmap - Hong Kong Web3 &amp; Digital Economy</dc:title>
  <dc:subject>PptxGenJS Presentation</dc:subject>
  <dc:creator>Yip</dc:creator>
  <cp:lastModifiedBy>Yip</cp:lastModifiedBy>
  <cp:revision>1</cp:revision>
  <dcterms:created xsi:type="dcterms:W3CDTF">2026-06-06T14:50:16Z</dcterms:created>
  <dcterms:modified xsi:type="dcterms:W3CDTF">2026-06-06T14:50:16Z</dcterms:modified>
</cp:coreProperties>
</file>